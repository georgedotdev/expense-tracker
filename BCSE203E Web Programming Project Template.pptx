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5587f4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5587f4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>
                <a:latin typeface="Times New Roman"/>
                <a:ea typeface="Times New Roman"/>
                <a:cs typeface="Times New Roman"/>
                <a:sym typeface="Times New Roman"/>
              </a:rPr>
              <a:t>BCSE203E</a:t>
            </a:r>
            <a:endParaRPr sz="4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>
                <a:latin typeface="Times New Roman"/>
                <a:ea typeface="Times New Roman"/>
                <a:cs typeface="Times New Roman"/>
                <a:sym typeface="Times New Roman"/>
              </a:rPr>
              <a:t>Web Programming </a:t>
            </a:r>
            <a:endParaRPr sz="4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>
                <a:latin typeface="Times New Roman"/>
                <a:ea typeface="Times New Roman"/>
                <a:cs typeface="Times New Roman"/>
                <a:sym typeface="Times New Roman"/>
              </a:rPr>
              <a:t>&lt;Project Name&gt;</a:t>
            </a:r>
            <a:endParaRPr sz="45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&lt;Roll No:&gt; &lt;Student Name&gt;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Table of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of the Project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