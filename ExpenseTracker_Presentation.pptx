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8263"/>
  <p:notesSz cx="5148263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3326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BCSE203E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Programming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ExpenseTracker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Personal Finance Management Dashboard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24BCE2753 George Christian Mathew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20040" cy="3200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20040" cy="3200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 of the Project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320040" cy="3200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377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320040" cy="3200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971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Workflow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320040" cy="3200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566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320040" cy="3200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160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ExpenseTracker is a full-featured Personal Finance Management Dashboard built as a web application using vanilla HTML, CSS, and JavaScript.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application enables users to: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Track both income and expenses with categorized transactions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Set and monitor monthly budgets per category with visual progress bars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Visualize spending patterns through interactive charts (Chart.js)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Get AI-powered Smart Insights about their financial habits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Toggle between Dark and Light themes for comfortable usage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Export transaction data to CSV for external analysis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demonstrates advanced frontend concepts including state management, data persistence via localStorage, dynamic DOM manipulation, responsive design, and user authentication.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 of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Statement: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Managing personal finances is a challenge for students and young professionals. Most available tools are either overly complex or require paid subscriptions.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Solution: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ExpenseTracker provides a simple yet powerful browser-based finance tracker that runs entirely in the browser with no backend required.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Goals: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Make expense tracking effortless with a clean, modern UI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Provide visual analytics to help users understand spending patterns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Support income tracking and savings calculation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Allow budget setting with real-time overspend warnings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Generate automatic Smart Insights for data-driven decisions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Ensure data persistence across browser sessions using localStorage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Support multi-user authentication with separate data per user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30352"/>
          </a:xfrm>
          <a:prstGeom prst="roundRect">
            <a:avLst>
              <a:gd name="adj" fmla="val 8621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53035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11155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HTML5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344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Semantic structure, forms, modals, multi-page navigation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530352"/>
          </a:xfrm>
          <a:prstGeom prst="roundRect">
            <a:avLst>
              <a:gd name="adj" fmla="val 8621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54864" cy="53035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CSS3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9659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CSS Variables, Flexbox, Grid, animations, responsive design, dark/light themes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30352"/>
          </a:xfrm>
          <a:prstGeom prst="roundRect">
            <a:avLst>
              <a:gd name="adj" fmla="val 8621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54864" cy="53035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85800" y="23591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JavaScript (ES6+)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25877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 manipulation, event handling, localStorage, data processing, Chart.js integration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8229600" cy="530352"/>
          </a:xfrm>
          <a:prstGeom prst="roundRect">
            <a:avLst>
              <a:gd name="adj" fmla="val 8621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54864" cy="53035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85800" y="298094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Chart.js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320954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Doughnut charts for category breakdown, bar charts for monthly trends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84448"/>
            <a:ext cx="8229600" cy="530352"/>
          </a:xfrm>
          <a:prstGeom prst="roundRect">
            <a:avLst>
              <a:gd name="adj" fmla="val 8621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57200" y="3584448"/>
            <a:ext cx="54864" cy="53035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85800" y="36027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Fonts (Inter)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383133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Modern, professional typography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8229600" cy="530352"/>
          </a:xfrm>
          <a:prstGeom prst="roundRect">
            <a:avLst>
              <a:gd name="adj" fmla="val 8621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54864" cy="53035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85800" y="4224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localStorage API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44531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Client-side data persistence for expenses, budgets, user auth, and theme preferences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1463040"/>
            <a:ext cx="36576" cy="228600"/>
          </a:xfrm>
          <a:prstGeom prst="rect">
            <a:avLst/>
          </a:prstGeom>
          <a:solidFill>
            <a:srgbClr val="2A2D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Authentication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280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signs up or logs in → credentials stored in localStorage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3232" y="2103120"/>
            <a:ext cx="36576" cy="228600"/>
          </a:xfrm>
          <a:prstGeom prst="rect">
            <a:avLst/>
          </a:prstGeom>
          <a:solidFill>
            <a:srgbClr val="2A2D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97280" y="1691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Overview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1920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Balance, Income, Expenses summary → Smart Insights auto-generated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3232" y="2743200"/>
            <a:ext cx="36576" cy="228600"/>
          </a:xfrm>
          <a:prstGeom prst="rect">
            <a:avLst/>
          </a:prstGeom>
          <a:solidFill>
            <a:srgbClr val="2A2D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09728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Transactions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2560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Toggle Income/Expense → fill form → data saved to localStorage → UI updates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" y="3383280"/>
            <a:ext cx="36576" cy="228600"/>
          </a:xfrm>
          <a:prstGeom prst="rect">
            <a:avLst/>
          </a:prstGeom>
          <a:solidFill>
            <a:srgbClr val="2A2D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097280" y="2971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 &amp; Manage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3200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 by type, category, date period → Sort → Edit/Delete → Export CSV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3232" y="4023360"/>
            <a:ext cx="36576" cy="228600"/>
          </a:xfrm>
          <a:prstGeom prst="rect">
            <a:avLst/>
          </a:prstGeom>
          <a:solidFill>
            <a:srgbClr val="2A2D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09728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 Tracking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3840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 monthly limits per category → progress bars show usage → alerts on overspend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7280" y="4251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97280" y="44805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 pie chart + Monthly trend bar chart → breakdown with percentages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— Login &amp; Signup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C:\Users\georg\OneDrive\Desktop\expense tracker project\screenshots\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114800" cy="28346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914400"/>
            <a:ext cx="4114800" cy="2834640"/>
          </a:xfrm>
          <a:prstGeom prst="roundRect">
            <a:avLst>
              <a:gd name="adj" fmla="val 1613"/>
            </a:avLst>
          </a:prstGeom>
          <a:ln w="1270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27432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 Page</a:t>
            </a:r>
            <a:endParaRPr lang="en-US" sz="1300" dirty="0"/>
          </a:p>
        </p:txBody>
      </p:sp>
      <p:pic>
        <p:nvPicPr>
          <p:cNvPr id="8" name="Image 1" descr="C:\Users\georg\OneDrive\Desktop\expense tracker project\screenshots\sign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14400"/>
            <a:ext cx="4114800" cy="28346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4663440" y="914400"/>
            <a:ext cx="4114800" cy="2834640"/>
          </a:xfrm>
          <a:prstGeom prst="roundRect">
            <a:avLst>
              <a:gd name="adj" fmla="val 1613"/>
            </a:avLst>
          </a:prstGeom>
          <a:ln w="1270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466344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Signup Page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—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C:\Users\georg\OneDrive\Desktop\expense tracker project\screenshots\dashboard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114800" cy="28346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914400"/>
            <a:ext cx="4114800" cy="2834640"/>
          </a:xfrm>
          <a:prstGeom prst="roundRect">
            <a:avLst>
              <a:gd name="adj" fmla="val 1613"/>
            </a:avLst>
          </a:prstGeom>
          <a:ln w="1270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27432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Mode</a:t>
            </a:r>
            <a:endParaRPr lang="en-US" sz="1300" dirty="0"/>
          </a:p>
        </p:txBody>
      </p:sp>
      <p:pic>
        <p:nvPicPr>
          <p:cNvPr id="8" name="Image 1" descr="C:\Users\georg\OneDrive\Desktop\expense tracker project\screenshots\dashboard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14400"/>
            <a:ext cx="4114800" cy="28346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4663440" y="914400"/>
            <a:ext cx="4114800" cy="2834640"/>
          </a:xfrm>
          <a:prstGeom prst="roundRect">
            <a:avLst>
              <a:gd name="adj" fmla="val 1613"/>
            </a:avLst>
          </a:prstGeom>
          <a:ln w="1270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466344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 Mode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— Transactions &amp; Budget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C:\Users\georg\OneDrive\Desktop\expense tracker project\screenshots\trans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114800" cy="28346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914400"/>
            <a:ext cx="4114800" cy="2834640"/>
          </a:xfrm>
          <a:prstGeom prst="roundRect">
            <a:avLst>
              <a:gd name="adj" fmla="val 1613"/>
            </a:avLst>
          </a:prstGeom>
          <a:ln w="1270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27432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Transactions Page</a:t>
            </a:r>
            <a:endParaRPr lang="en-US" sz="1300" dirty="0"/>
          </a:p>
        </p:txBody>
      </p:sp>
      <p:pic>
        <p:nvPicPr>
          <p:cNvPr id="8" name="Image 1" descr="C:\Users\georg\OneDrive\Desktop\expense tracker project\screenshots\bud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14400"/>
            <a:ext cx="4114800" cy="28346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4663440" y="914400"/>
            <a:ext cx="4114800" cy="2834640"/>
          </a:xfrm>
          <a:prstGeom prst="roundRect">
            <a:avLst>
              <a:gd name="adj" fmla="val 1613"/>
            </a:avLst>
          </a:prstGeom>
          <a:ln w="1270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466344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 Page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— Analytics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C:\Users\georg\OneDrive\Desktop\expense tracker project\screenshots\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64008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0" y="914400"/>
            <a:ext cx="6400800" cy="3474720"/>
          </a:xfrm>
          <a:prstGeom prst="roundRect">
            <a:avLst>
              <a:gd name="adj" fmla="val 1316"/>
            </a:avLst>
          </a:prstGeom>
          <a:ln w="12700">
            <a:solidFill>
              <a:srgbClr val="2A2D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371600" y="4480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Analytics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Successfully built a complete Personal Finance Management Dashboard using only HTML, CSS, and JavaScript — no frameworks or backend required.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achievements include: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Full CRUD operations on transactions (Create, Read, Update, Delete)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Income + Expense tracking with automatic Balance calculation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Category-based budget management with visual progress indicators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Interactive data visualization using Chart.js (Pie + Bar charts)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Smart Insights engine providing automated financial analysis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Dark/Light theme toggle with persistent user preference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CSV Export functionality for data portability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Multi-user authentication with separate data isolation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✦  Responsive design working across desktop and mobile devices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demonstrates strong fundamentals in DOM manipulation, state management, event-driven programming, CSS theming, and client-side data persistence.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71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github.com/georgedotdev/Expense-Tracker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660</Words>
  <Application>Microsoft Office PowerPoint</Application>
  <PresentationFormat>Custom</PresentationFormat>
  <Paragraphs>118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George Christian Mathew</cp:lastModifiedBy>
  <cp:revision>2</cp:revision>
  <dcterms:created xsi:type="dcterms:W3CDTF">2026-04-08T05:49:07Z</dcterms:created>
  <dcterms:modified xsi:type="dcterms:W3CDTF">2026-04-08T05:52:15Z</dcterms:modified>
</cp:coreProperties>
</file>